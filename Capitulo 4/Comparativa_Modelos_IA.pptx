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1.xml" ContentType="application/vnd.openxmlformats-officedocument.presentationml.slide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89" d="100"/>
          <a:sy n="89" d="100"/>
        </p:scale>
        <p:origin x="1746" y="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  <Relationship Id="rId16" Type="http://schemas.openxmlformats.org/officeDocument/2006/relationships/slide" Target="slides/slide11.xml"/>
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9/17/2025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9/17/2025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9/17/2025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Comparativa de Modelos de IA Generativa (Versiones Gratuitas)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85000" lnSpcReduction="10000"/>
          </a:bodyPr>
          <a:lstStyle/>
          <a:p>
            <a:r>
              <a:rPr dirty="0" err="1"/>
              <a:t>Multimodalidad</a:t>
            </a:r>
            <a:r>
              <a:rPr dirty="0"/>
              <a:t>, </a:t>
            </a:r>
            <a:r>
              <a:rPr dirty="0" err="1"/>
              <a:t>generación</a:t>
            </a:r>
            <a:r>
              <a:rPr dirty="0"/>
              <a:t> de </a:t>
            </a:r>
            <a:r>
              <a:rPr dirty="0" err="1"/>
              <a:t>imágenes</a:t>
            </a:r>
            <a:r>
              <a:rPr dirty="0"/>
              <a:t>, </a:t>
            </a:r>
            <a:r>
              <a:rPr dirty="0" err="1"/>
              <a:t>búsqueda</a:t>
            </a:r>
            <a:r>
              <a:rPr dirty="0"/>
              <a:t> y </a:t>
            </a:r>
            <a:r>
              <a:rPr dirty="0" err="1"/>
              <a:t>modos</a:t>
            </a:r>
            <a:r>
              <a:rPr dirty="0"/>
              <a:t> </a:t>
            </a:r>
            <a:r>
              <a:rPr dirty="0" err="1"/>
              <a:t>especiales</a:t>
            </a:r>
            <a:endParaRPr lang="es-CO" dirty="0"/>
          </a:p>
          <a:p>
            <a:r>
              <a:rPr lang="es-CO" dirty="0"/>
              <a:t>Francisco Calderon </a:t>
            </a:r>
            <a:r>
              <a:rPr lang="es-CO" err="1"/>
              <a:t>Ph</a:t>
            </a:r>
            <a:r>
              <a:rPr lang="es-CO"/>
              <a:t>.D</a:t>
            </a:r>
            <a:endParaRPr lang="es-CO" dirty="0"/>
          </a:p>
          <a:p>
            <a:r>
              <a:rPr lang="es-CO" dirty="0"/>
              <a:t>Verificado en septiembre de 2026</a:t>
            </a: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06232"/>
            <a:ext cx="8229600" cy="1143000"/>
          </a:xfrm>
        </p:spPr>
        <p:txBody>
          <a:bodyPr/>
          <a:lstStyle/>
          <a:p>
            <a:r>
              <a:rPr dirty="0" err="1"/>
              <a:t>Tabla</a:t>
            </a:r>
            <a:r>
              <a:rPr dirty="0"/>
              <a:t> </a:t>
            </a:r>
            <a:r>
              <a:rPr dirty="0" err="1"/>
              <a:t>Comparativa</a:t>
            </a:r>
            <a:r>
              <a:rPr dirty="0"/>
              <a:t> General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57533047"/>
              </p:ext>
            </p:extLst>
          </p:nvPr>
        </p:nvGraphicFramePr>
        <p:xfrm>
          <a:off x="360381" y="1882588"/>
          <a:ext cx="8229600" cy="4297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7565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7565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7565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7565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7565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17565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175658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r>
                        <a:rPr sz="1200"/>
                        <a:t>Modelo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Entrada imágenes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Genera imágenes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Deep search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Modo estudiante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Búsqueda web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Búsqueda en docs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rPr sz="1200"/>
                        <a:t>ChatGPT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Sí, con límites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Sí, con límites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Sí (Deep Research)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Sí (Study Mode)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Sí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Sí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rPr sz="1200"/>
                        <a:t>Gemini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Sí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Sí, genera y edita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dirty="0" err="1"/>
                        <a:t>Sí</a:t>
                      </a:r>
                      <a:r>
                        <a:rPr sz="1200" dirty="0"/>
                        <a:t> (Deep Research)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dirty="0"/>
                        <a:t>No formal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Sí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Sí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rPr sz="1200"/>
                        <a:t>Claude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Sí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No, pero con búsqueda web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Explicaciones paso a paso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Sí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Sí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rPr sz="1200"/>
                        <a:t>DeepSeek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Sí (Janus)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Sí (Janus)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dirty="0" err="1"/>
                        <a:t>Sí</a:t>
                      </a:r>
                      <a:r>
                        <a:rPr sz="1200" dirty="0"/>
                        <a:t> (chat con web)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No formal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Sí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Sí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rPr sz="1200"/>
                        <a:t>Grok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Sí (modelos nuevos)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Limitado (Imagine pago)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Sí (DeepSearch)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No formal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Sí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CO" sz="1200" dirty="0"/>
                        <a:t>Sí</a:t>
                      </a:r>
                      <a:endParaRPr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rPr sz="1200"/>
                        <a:t>Qwen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Sí (imagen+video)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Sí (Qwen-Image)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Sí (Deep Research free)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Explicaciones paso a paso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Sí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Sí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rPr sz="1200"/>
                        <a:t>Kimi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Sí (visión multimodal)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Sin verificar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Sí (Researcher)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No formal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Sí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Sí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rPr sz="1200"/>
                        <a:t>Meta AI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Sí (fotos en chat)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Sí (genera/edita)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No formal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Sí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CO" sz="1200" dirty="0"/>
                        <a:t>No</a:t>
                      </a:r>
                      <a:endParaRPr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rPr sz="1200"/>
                        <a:t>Mistral (Vibe)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Sí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Sí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Sin verificar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No formal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Sí, limitada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Sí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ChatGPT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Entrada de imágenes: Sí, con límites</a:t>
            </a:r>
          </a:p>
          <a:p>
            <a:r>
              <a:t>Generación de imágenes: Sí, con límites</a:t>
            </a:r>
          </a:p>
          <a:p>
            <a:r>
              <a:t>Deep search: Sí (Deep Research)</a:t>
            </a:r>
          </a:p>
          <a:p>
            <a:r>
              <a:t>Modo estudiante: Sí (Study Mode)</a:t>
            </a:r>
          </a:p>
          <a:p>
            <a:r>
              <a:t>Búsqueda web: Sí, en todos los planes incluido el gratuito</a:t>
            </a:r>
          </a:p>
          <a:p>
            <a:r>
              <a:t>Búsqueda en documentos: Sí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Gemini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Entrada de imágenes: Sí</a:t>
            </a:r>
          </a:p>
          <a:p>
            <a:r>
              <a:t>Generación de imágenes: Sí, genera y edita</a:t>
            </a:r>
          </a:p>
          <a:p>
            <a:r>
              <a:t>Deep search: Sí (Deep Research)</a:t>
            </a:r>
          </a:p>
          <a:p>
            <a:r>
              <a:t>Modo estudiante: No formal</a:t>
            </a:r>
          </a:p>
          <a:p>
            <a:r>
              <a:t>Búsqueda web: Sí</a:t>
            </a:r>
          </a:p>
          <a:p>
            <a:r>
              <a:t>Búsqueda en documentos: Sí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Claude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Entrada de imágenes: Sí</a:t>
            </a:r>
          </a:p>
          <a:p>
            <a:r>
              <a:t>Generación de imágenes: No</a:t>
            </a:r>
          </a:p>
          <a:p>
            <a:r>
              <a:t>Deep search: No, pero con búsqueda web</a:t>
            </a:r>
          </a:p>
          <a:p>
            <a:r>
              <a:t>Modo estudiante: Explicaciones paso a paso</a:t>
            </a:r>
          </a:p>
          <a:p>
            <a:r>
              <a:t>Búsqueda web: Sí, también en el plan gratuito</a:t>
            </a:r>
          </a:p>
          <a:p>
            <a:r>
              <a:t>Búsqueda en documentos: Sí. Ejecuta código en el plan gratuito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DeepSeek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Entrada de imágenes: Sí (Janus)</a:t>
            </a:r>
          </a:p>
          <a:p>
            <a:r>
              <a:t>Generación de imágenes: Sí (Janus)</a:t>
            </a:r>
          </a:p>
          <a:p>
            <a:r>
              <a:t>Deep search: Sí (chat con web)</a:t>
            </a:r>
          </a:p>
          <a:p>
            <a:r>
              <a:t>Modo estudiante: No formal</a:t>
            </a:r>
          </a:p>
          <a:p>
            <a:r>
              <a:t>Búsqueda web: Sí</a:t>
            </a:r>
          </a:p>
          <a:p>
            <a:r>
              <a:t>Búsqueda en documentos: Sí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Grok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Entrada de imágenes: Sí (modelos nuevos)</a:t>
            </a:r>
          </a:p>
          <a:p>
            <a:r>
              <a:t>Generación de imágenes: Limitado (Imagine pago)</a:t>
            </a:r>
          </a:p>
          <a:p>
            <a:r>
              <a:t>Deep search: Sí (DeepSearch)</a:t>
            </a:r>
          </a:p>
          <a:p>
            <a:r>
              <a:t>Modo estudiante: No formal</a:t>
            </a:r>
          </a:p>
          <a:p>
            <a:r>
              <a:t>Búsqueda web: Sí</a:t>
            </a:r>
          </a:p>
          <a:p>
            <a:r>
              <a:t>Búsqueda en documentos: —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Qwen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Entrada de imágenes: Sí (imagen+video)</a:t>
            </a:r>
          </a:p>
          <a:p>
            <a:r>
              <a:t>Generación de imágenes: Sí (Qwen-Image)</a:t>
            </a:r>
          </a:p>
          <a:p>
            <a:r>
              <a:t>Deep search: Sí (Deep Research free)</a:t>
            </a:r>
          </a:p>
          <a:p>
            <a:r>
              <a:t>Modo estudiante: Explicaciones paso a paso</a:t>
            </a:r>
          </a:p>
          <a:p>
            <a:r>
              <a:t>Búsqueda web: Sí</a:t>
            </a:r>
          </a:p>
          <a:p>
            <a:r>
              <a:t>Búsqueda en documentos: Sí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Kimi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Entrada de imágenes: Sí (visión multimodal)</a:t>
            </a:r>
          </a:p>
          <a:p>
            <a:r>
              <a:t>Generación de imágenes: Sin verificar</a:t>
            </a:r>
          </a:p>
          <a:p>
            <a:r>
              <a:t>Deep search: Sí (Researcher)</a:t>
            </a:r>
          </a:p>
          <a:p>
            <a:r>
              <a:t>Modo estudiante: No formal</a:t>
            </a:r>
          </a:p>
          <a:p>
            <a:r>
              <a:t>Búsqueda web: Sí</a:t>
            </a:r>
          </a:p>
          <a:p>
            <a:r>
              <a:t>Búsqueda en documentos: Sí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Meta AI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Entrada de imágenes: Sí (fotos en chat)</a:t>
            </a:r>
          </a:p>
          <a:p>
            <a:r>
              <a:t>Generación de imágenes: Sí (genera/edita)</a:t>
            </a:r>
          </a:p>
          <a:p>
            <a:r>
              <a:t>Deep search: No</a:t>
            </a:r>
          </a:p>
          <a:p>
            <a:r>
              <a:t>Modo estudiante: No formal</a:t>
            </a:r>
          </a:p>
          <a:p>
            <a:r>
              <a:t>Búsqueda web: Sí</a:t>
            </a:r>
          </a:p>
          <a:p>
            <a:r>
              <a:t>Búsqueda en documentos: —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Mistral (Vibe)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Entrada de imágenes: Sí</a:t>
            </a:r>
          </a:p>
          <a:p>
            <a:r>
              <a:t>Generación de imágenes: Sí, también en el plan gratuito</a:t>
            </a:r>
          </a:p>
          <a:p>
            <a:r>
              <a:t>Deep search: Sin verificar</a:t>
            </a:r>
          </a:p>
          <a:p>
            <a:r>
              <a:t>Modo estudiante: No formal. Descuento para estudiantes</a:t>
            </a:r>
          </a:p>
          <a:p>
            <a:r>
              <a:t>Búsqueda web: Sí, limitada en el plan gratuito</a:t>
            </a:r>
          </a:p>
          <a:p>
            <a:r>
              <a:t>Búsqueda en documentos: Sí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28</TotalTime>
  <Words>523</Words>
  <Application>Microsoft Office PowerPoint</Application>
  <PresentationFormat>Presentación en pantalla (4:3)</PresentationFormat>
  <Paragraphs>124</Paragraphs>
  <Slides>10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Comparativa de Modelos de IA Generativa (Versiones Gratuitas)</vt:lpstr>
      <vt:lpstr>Tabla Comparativa General</vt:lpstr>
      <vt:lpstr>ChatGPT</vt:lpstr>
      <vt:lpstr>Gemini</vt:lpstr>
      <vt:lpstr>Claude</vt:lpstr>
      <vt:lpstr>DeepSeek</vt:lpstr>
      <vt:lpstr>Grok</vt:lpstr>
      <vt:lpstr>Qwen</vt:lpstr>
      <vt:lpstr>Kimi</vt:lpstr>
      <vt:lpstr>Meta AI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Francisco Carlos Calderon Bocanegra</cp:lastModifiedBy>
  <cp:revision>2</cp:revision>
  <dcterms:created xsi:type="dcterms:W3CDTF">2013-01-27T09:14:16Z</dcterms:created>
  <dcterms:modified xsi:type="dcterms:W3CDTF">2025-09-17T12:42:09Z</dcterms:modified>
  <cp:category/>
</cp:coreProperties>
</file>